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b90ddbe-eb0b-e435-6d77-26320f6460f4}">
          <p14:sldIdLst>
            <p14:sldId id="256"/>
            <p14:sldId id="257"/>
          </p14:sldIdLst>
        </p14:section>
        <p14:section name="The system" id="{4482f554-1a01-8821-b181-807ada5a0b4b}">
          <p14:sldIdLst>
            <p14:sldId id="258"/>
            <p14:sldId id="259"/>
            <p14:sldId id="260"/>
          </p14:sldIdLst>
        </p14:section>
        <p14:section name="Close" id="{02a1c677-97dc-0e10-563a-824a9190a01a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0:00-0:25 | OPENING + RAPPORT
Smile, eye contact, wait for the room. Show of hands: 'I'll start tonight.' Laugh with them. Set one rule: keep questions until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0:25-0:55 | PROBLEM
Most of us fail because we have no system, not because we are lazy. A juggling brain cannot focus. Don't try harder - work smarter: Dump, Sort,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0:55-1:30 | DUMP
Write down EVERYTHING - big, small, boring, scary. Brain = great at ideas, terrible at storage. Once it's on the list your head is free. Try it tonight.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1:30-2:25 | SORT (Eisenhower Matrix)
Two questions for every task: Urgent? Important? Do now / Schedule / Hand off / Delete. INTERACT: 'Is scrolling TikTok urgent? Important?' -&gt; pause -&gt; 'Delete.' Point at each box as you speak.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2:25-3:05 | BLOCK (Pomodoro)
Give each task a slot in your calendar. 25 min focus + 5 min break, repeat 4x, then a longer break. Breaks are part of the plan, not a reward. Point along the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3:05-3:40 | CLOSE + CALL TO ACTION
Repeat: Dump it, Sort it, Block it. Challenge for tonight. Closing line: 'Your future self - the one with no 2 a.m. panic - will thank you.' Thank the audience and invite questions. Then switch to the Q&amp;A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| For each question: THANK the questioner -&gt; COMMENT ('Good point') -&gt; ANSWER -&gt; CHECK ('Does that answer your question?'). See SCRIPT.md for the question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6035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BI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56692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63240"/>
            <a:ext cx="5486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Deadline Survival Guide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632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3 steps to stop drowning in tasks</a:t>
            </a:r>
            <a:endParaRPr lang="en-US" sz="2000" dirty="0"/>
          </a:p>
        </p:txBody>
      </p:sp>
      <p:sp>
        <p:nvSpPr>
          <p:cNvPr id="4" name="Presenter"/>
          <p:cNvSpPr txBox="1"/>
          <p:nvPr/>
        </p:nvSpPr>
        <p:spPr>
          <a:xfrm>
            <a:off x="64008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YOUR NAME  ·  Presentation Skills</a:t>
            </a:r>
            <a:endParaRPr lang="en-US" sz="1200" dirty="0"/>
          </a:p>
        </p:txBody>
      </p:sp>
      <p:sp>
        <p:nvSpPr>
          <p:cNvPr id="5" name="Big circle"/>
          <p:cNvSpPr/>
          <p:nvPr/>
        </p:nvSpPr>
        <p:spPr>
          <a:xfrm>
            <a:off x="6309360" y="64008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heckmark" descr="Chec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280160"/>
            <a:ext cx="1097280" cy="1097280"/>
          </a:xfrm>
          <a:prstGeom prst="rect">
            <a:avLst/>
          </a:prstGeom>
        </p:spPr>
      </p:pic>
      <p:sp>
        <p:nvSpPr>
          <p:cNvPr id="7" name="Clock circle"/>
          <p:cNvSpPr/>
          <p:nvPr/>
        </p:nvSpPr>
        <p:spPr>
          <a:xfrm>
            <a:off x="5760720" y="2880360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Clock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7958" y="3187598"/>
            <a:ext cx="482803" cy="482803"/>
          </a:xfrm>
          <a:prstGeom prst="rect">
            <a:avLst/>
          </a:prstGeom>
        </p:spPr>
      </p:pic>
      <p:sp>
        <p:nvSpPr>
          <p:cNvPr id="9" name="Calendar circle"/>
          <p:cNvSpPr/>
          <p:nvPr/>
        </p:nvSpPr>
        <p:spPr>
          <a:xfrm>
            <a:off x="7498080" y="310896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Calendar" descr="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336499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deadline trap</a:t>
            </a:r>
            <a:endParaRPr lang="en-US" sz="3400" dirty="0"/>
          </a:p>
        </p:txBody>
      </p:sp>
      <p:sp>
        <p:nvSpPr>
          <p:cNvPr id="3" name="Thought card 1"/>
          <p:cNvSpPr/>
          <p:nvPr/>
        </p:nvSpPr>
        <p:spPr>
          <a:xfrm>
            <a:off x="548640" y="1325880"/>
            <a:ext cx="4572000" cy="960120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4" name="Thought icon 1 circle"/>
          <p:cNvSpPr/>
          <p:nvPr/>
        </p:nvSpPr>
        <p:spPr>
          <a:xfrm>
            <a:off x="731520" y="150876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Thought icon 1" descr="Thought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hought 1"/>
          <p:cNvSpPr txBox="1"/>
          <p:nvPr/>
        </p:nvSpPr>
        <p:spPr>
          <a:xfrm>
            <a:off x="1554480" y="132588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“I'll start tonight.”</a:t>
            </a:r>
            <a:endParaRPr lang="en-US" sz="2000" dirty="0"/>
          </a:p>
        </p:txBody>
      </p:sp>
      <p:sp>
        <p:nvSpPr>
          <p:cNvPr id="7" name="Thought card 2"/>
          <p:cNvSpPr/>
          <p:nvPr/>
        </p:nvSpPr>
        <p:spPr>
          <a:xfrm>
            <a:off x="548640" y="2496312"/>
            <a:ext cx="4572000" cy="960120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8" name="Thought icon 2 circle"/>
          <p:cNvSpPr/>
          <p:nvPr/>
        </p:nvSpPr>
        <p:spPr>
          <a:xfrm>
            <a:off x="731520" y="2679192"/>
            <a:ext cx="594360" cy="5943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Thought icon 2" descr="Thought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2845613"/>
            <a:ext cx="261518" cy="261518"/>
          </a:xfrm>
          <a:prstGeom prst="rect">
            <a:avLst/>
          </a:prstGeom>
        </p:spPr>
      </p:pic>
      <p:sp>
        <p:nvSpPr>
          <p:cNvPr id="10" name="Thought 2"/>
          <p:cNvSpPr txBox="1"/>
          <p:nvPr/>
        </p:nvSpPr>
        <p:spPr>
          <a:xfrm>
            <a:off x="1554480" y="2496312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“Just one more episode.”</a:t>
            </a:r>
            <a:endParaRPr lang="en-US" sz="2000" dirty="0"/>
          </a:p>
        </p:txBody>
      </p:sp>
      <p:sp>
        <p:nvSpPr>
          <p:cNvPr id="11" name="Thought card 3"/>
          <p:cNvSpPr/>
          <p:nvPr/>
        </p:nvSpPr>
        <p:spPr>
          <a:xfrm>
            <a:off x="548640" y="3666744"/>
            <a:ext cx="4572000" cy="960120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12" name="Thought icon 3 circle"/>
          <p:cNvSpPr/>
          <p:nvPr/>
        </p:nvSpPr>
        <p:spPr>
          <a:xfrm>
            <a:off x="731520" y="3849624"/>
            <a:ext cx="594360" cy="5943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Thought icon 3" descr="Thought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016045"/>
            <a:ext cx="261518" cy="261518"/>
          </a:xfrm>
          <a:prstGeom prst="rect">
            <a:avLst/>
          </a:prstGeom>
        </p:spPr>
      </p:pic>
      <p:sp>
        <p:nvSpPr>
          <p:cNvPr id="14" name="Thought 3"/>
          <p:cNvSpPr txBox="1"/>
          <p:nvPr/>
        </p:nvSpPr>
        <p:spPr>
          <a:xfrm>
            <a:off x="1554480" y="3666744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“Wait… when is that due?”</a:t>
            </a:r>
            <a:endParaRPr lang="en-US" sz="2000" dirty="0"/>
          </a:p>
        </p:txBody>
      </p:sp>
      <p:sp>
        <p:nvSpPr>
          <p:cNvPr id="15" name="Punchline card"/>
          <p:cNvSpPr/>
          <p:nvPr/>
        </p:nvSpPr>
        <p:spPr>
          <a:xfrm>
            <a:off x="5486400" y="1325880"/>
            <a:ext cx="3108960" cy="3246120"/>
          </a:xfrm>
          <a:prstGeom prst="roundRect">
            <a:avLst>
              <a:gd name="adj" fmla="val 58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16" name="Punchline"/>
          <p:cNvSpPr txBox="1"/>
          <p:nvPr/>
        </p:nvSpPr>
        <p:spPr>
          <a:xfrm>
            <a:off x="5760720" y="1554480"/>
            <a:ext cx="2560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It's not laziness.</a:t>
            </a:r>
            <a:endParaRPr lang="en-US" sz="18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It's a missing system.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Step 1 · DUMP</a:t>
            </a:r>
            <a:endParaRPr lang="en-US" sz="3400" dirty="0"/>
          </a:p>
        </p:txBody>
      </p:sp>
      <p:sp>
        <p:nvSpPr>
          <p:cNvPr id="3" name="Step 1"/>
          <p:cNvSpPr/>
          <p:nvPr/>
        </p:nvSpPr>
        <p:spPr>
          <a:xfrm>
            <a:off x="6903720" y="4572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Step 1 number"/>
          <p:cNvSpPr txBox="1"/>
          <p:nvPr/>
        </p:nvSpPr>
        <p:spPr>
          <a:xfrm>
            <a:off x="690372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2"/>
          <p:cNvSpPr/>
          <p:nvPr/>
        </p:nvSpPr>
        <p:spPr>
          <a:xfrm>
            <a:off x="7470648" y="457200"/>
            <a:ext cx="457200" cy="4572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6" name="Step 2 number"/>
          <p:cNvSpPr txBox="1"/>
          <p:nvPr/>
        </p:nvSpPr>
        <p:spPr>
          <a:xfrm>
            <a:off x="7470648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 3"/>
          <p:cNvSpPr/>
          <p:nvPr/>
        </p:nvSpPr>
        <p:spPr>
          <a:xfrm>
            <a:off x="8037576" y="457200"/>
            <a:ext cx="457200" cy="4572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8" name="Step 3 number"/>
          <p:cNvSpPr txBox="1"/>
          <p:nvPr/>
        </p:nvSpPr>
        <p:spPr>
          <a:xfrm>
            <a:off x="8037576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 1 message"/>
          <p:cNvSpPr txBox="1"/>
          <p:nvPr/>
        </p:nvSpPr>
        <p:spPr>
          <a:xfrm>
            <a:off x="548640" y="13716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Get everything out of your head.</a:t>
            </a:r>
            <a:endParaRPr lang="en-US" sz="3000" dirty="0"/>
          </a:p>
        </p:txBody>
      </p:sp>
      <p:sp>
        <p:nvSpPr>
          <p:cNvPr id="10" name="List circle"/>
          <p:cNvSpPr/>
          <p:nvPr/>
        </p:nvSpPr>
        <p:spPr>
          <a:xfrm>
            <a:off x="548640" y="30632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List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862" y="3242462"/>
            <a:ext cx="281635" cy="281635"/>
          </a:xfrm>
          <a:prstGeom prst="rect">
            <a:avLst/>
          </a:prstGeom>
        </p:spPr>
      </p:pic>
      <p:sp>
        <p:nvSpPr>
          <p:cNvPr id="12" name="Step 1 detail"/>
          <p:cNvSpPr txBox="1"/>
          <p:nvPr/>
        </p:nvSpPr>
        <p:spPr>
          <a:xfrm>
            <a:off x="137160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 minutes. One list.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Big, small, boring, scary.</a:t>
            </a:r>
            <a:endParaRPr lang="en-US" sz="1800" dirty="0"/>
          </a:p>
        </p:txBody>
      </p:sp>
      <p:sp>
        <p:nvSpPr>
          <p:cNvPr id="13" name="Sticky note 1"/>
          <p:cNvSpPr txBox="1"/>
          <p:nvPr/>
        </p:nvSpPr>
        <p:spPr>
          <a:xfrm rot="-240000">
            <a:off x="4572000" y="1325880"/>
            <a:ext cx="1828800" cy="868680"/>
          </a:xfrm>
          <a:prstGeom prst="rect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Essay due Friday</a:t>
            </a:r>
            <a:endParaRPr lang="en-US" sz="1600" dirty="0"/>
          </a:p>
        </p:txBody>
      </p:sp>
      <p:sp>
        <p:nvSpPr>
          <p:cNvPr id="14" name="Sticky note 2"/>
          <p:cNvSpPr txBox="1"/>
          <p:nvPr/>
        </p:nvSpPr>
        <p:spPr>
          <a:xfrm rot="180000">
            <a:off x="6629400" y="1325880"/>
            <a:ext cx="1828800" cy="868680"/>
          </a:xfrm>
          <a:prstGeom prst="rect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Group project slides</a:t>
            </a:r>
            <a:endParaRPr lang="en-US" sz="1600" dirty="0"/>
          </a:p>
        </p:txBody>
      </p:sp>
      <p:sp>
        <p:nvSpPr>
          <p:cNvPr id="15" name="Sticky note 3"/>
          <p:cNvSpPr txBox="1"/>
          <p:nvPr/>
        </p:nvSpPr>
        <p:spPr>
          <a:xfrm rot="120000">
            <a:off x="4572000" y="2423160"/>
            <a:ext cx="1828800" cy="868680"/>
          </a:xfrm>
          <a:prstGeom prst="rect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Email professor</a:t>
            </a:r>
            <a:endParaRPr lang="en-US" sz="1600" dirty="0"/>
          </a:p>
        </p:txBody>
      </p:sp>
      <p:sp>
        <p:nvSpPr>
          <p:cNvPr id="16" name="Sticky note 4"/>
          <p:cNvSpPr txBox="1"/>
          <p:nvPr/>
        </p:nvSpPr>
        <p:spPr>
          <a:xfrm rot="-180000">
            <a:off x="6629400" y="2423160"/>
            <a:ext cx="1828800" cy="868680"/>
          </a:xfrm>
          <a:prstGeom prst="rect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Buy textbook</a:t>
            </a:r>
            <a:endParaRPr lang="en-US" sz="1600" dirty="0"/>
          </a:p>
        </p:txBody>
      </p:sp>
      <p:sp>
        <p:nvSpPr>
          <p:cNvPr id="17" name="Sticky note 5"/>
          <p:cNvSpPr txBox="1"/>
          <p:nvPr/>
        </p:nvSpPr>
        <p:spPr>
          <a:xfrm rot="240000">
            <a:off x="4572000" y="3520440"/>
            <a:ext cx="1828800" cy="868680"/>
          </a:xfrm>
          <a:prstGeom prst="rect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Gym</a:t>
            </a:r>
            <a:endParaRPr lang="en-US" sz="1600" dirty="0"/>
          </a:p>
        </p:txBody>
      </p:sp>
      <p:sp>
        <p:nvSpPr>
          <p:cNvPr id="18" name="Sticky note 6"/>
          <p:cNvSpPr txBox="1"/>
          <p:nvPr/>
        </p:nvSpPr>
        <p:spPr>
          <a:xfrm rot="-120000">
            <a:off x="6629400" y="3520440"/>
            <a:ext cx="1828800" cy="868680"/>
          </a:xfrm>
          <a:prstGeom prst="rect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Laundry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Step 2 · SORT</a:t>
            </a:r>
            <a:endParaRPr lang="en-US" sz="3400" dirty="0"/>
          </a:p>
        </p:txBody>
      </p:sp>
      <p:sp>
        <p:nvSpPr>
          <p:cNvPr id="3" name="Step 1"/>
          <p:cNvSpPr/>
          <p:nvPr/>
        </p:nvSpPr>
        <p:spPr>
          <a:xfrm>
            <a:off x="6903720" y="457200"/>
            <a:ext cx="457200" cy="4572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4" name="Step 1 number"/>
          <p:cNvSpPr txBox="1"/>
          <p:nvPr/>
        </p:nvSpPr>
        <p:spPr>
          <a:xfrm>
            <a:off x="690372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2"/>
          <p:cNvSpPr/>
          <p:nvPr/>
        </p:nvSpPr>
        <p:spPr>
          <a:xfrm>
            <a:off x="7470648" y="4572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Step 2 number"/>
          <p:cNvSpPr txBox="1"/>
          <p:nvPr/>
        </p:nvSpPr>
        <p:spPr>
          <a:xfrm>
            <a:off x="7470648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 3"/>
          <p:cNvSpPr/>
          <p:nvPr/>
        </p:nvSpPr>
        <p:spPr>
          <a:xfrm>
            <a:off x="8037576" y="457200"/>
            <a:ext cx="457200" cy="4572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8" name="Step 3 number"/>
          <p:cNvSpPr txBox="1"/>
          <p:nvPr/>
        </p:nvSpPr>
        <p:spPr>
          <a:xfrm>
            <a:off x="8037576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Column label 1"/>
          <p:cNvSpPr txBox="1"/>
          <p:nvPr/>
        </p:nvSpPr>
        <p:spPr>
          <a:xfrm>
            <a:off x="1371600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URGENT</a:t>
            </a:r>
            <a:endParaRPr lang="en-US" sz="1300" dirty="0"/>
          </a:p>
        </p:txBody>
      </p:sp>
      <p:sp>
        <p:nvSpPr>
          <p:cNvPr id="10" name="Column label 2"/>
          <p:cNvSpPr txBox="1"/>
          <p:nvPr/>
        </p:nvSpPr>
        <p:spPr>
          <a:xfrm>
            <a:off x="5029200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NOT URGENT</a:t>
            </a:r>
            <a:endParaRPr lang="en-US" sz="1300" dirty="0"/>
          </a:p>
        </p:txBody>
      </p:sp>
      <p:sp>
        <p:nvSpPr>
          <p:cNvPr id="11" name="Row label 1"/>
          <p:cNvSpPr txBox="1"/>
          <p:nvPr/>
        </p:nvSpPr>
        <p:spPr>
          <a:xfrm rot="16200000">
            <a:off x="4572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IMPORTANT</a:t>
            </a:r>
            <a:endParaRPr lang="en-US" sz="1300" dirty="0"/>
          </a:p>
        </p:txBody>
      </p:sp>
      <p:sp>
        <p:nvSpPr>
          <p:cNvPr id="12" name="Row label 2"/>
          <p:cNvSpPr txBox="1"/>
          <p:nvPr/>
        </p:nvSpPr>
        <p:spPr>
          <a:xfrm rot="16200000">
            <a:off x="45720" y="353872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NOT IMPORTANT</a:t>
            </a:r>
            <a:endParaRPr lang="en-US" sz="1300" dirty="0"/>
          </a:p>
        </p:txBody>
      </p:sp>
      <p:sp>
        <p:nvSpPr>
          <p:cNvPr id="13" name="Cell DO NOW"/>
          <p:cNvSpPr/>
          <p:nvPr/>
        </p:nvSpPr>
        <p:spPr>
          <a:xfrm>
            <a:off x="1371600" y="1554480"/>
            <a:ext cx="3566160" cy="13716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14" name="Cell text DO NOW"/>
          <p:cNvSpPr txBox="1"/>
          <p:nvPr/>
        </p:nvSpPr>
        <p:spPr>
          <a:xfrm>
            <a:off x="1645920" y="1554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DO NOW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Essay due tomorrow</a:t>
            </a:r>
            <a:endParaRPr lang="en-US" sz="2200" dirty="0"/>
          </a:p>
        </p:txBody>
      </p:sp>
      <p:sp>
        <p:nvSpPr>
          <p:cNvPr id="15" name="Cell SCHEDULE"/>
          <p:cNvSpPr/>
          <p:nvPr/>
        </p:nvSpPr>
        <p:spPr>
          <a:xfrm>
            <a:off x="5029200" y="1554480"/>
            <a:ext cx="3566160" cy="13716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16" name="Cell text SCHEDULE"/>
          <p:cNvSpPr txBox="1"/>
          <p:nvPr/>
        </p:nvSpPr>
        <p:spPr>
          <a:xfrm>
            <a:off x="5303520" y="1554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SCHEDULE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Study for the midterm</a:t>
            </a:r>
            <a:endParaRPr lang="en-US" sz="2200" dirty="0"/>
          </a:p>
        </p:txBody>
      </p:sp>
      <p:sp>
        <p:nvSpPr>
          <p:cNvPr id="17" name="Cell HAND OFF"/>
          <p:cNvSpPr/>
          <p:nvPr/>
        </p:nvSpPr>
        <p:spPr>
          <a:xfrm>
            <a:off x="1371600" y="3017520"/>
            <a:ext cx="3566160" cy="13716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18" name="Cell text HAND OFF"/>
          <p:cNvSpPr txBox="1"/>
          <p:nvPr/>
        </p:nvSpPr>
        <p:spPr>
          <a:xfrm>
            <a:off x="1645920" y="30175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HAND OFF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Quick reply to the group chat</a:t>
            </a:r>
            <a:endParaRPr lang="en-US" sz="2200" dirty="0"/>
          </a:p>
        </p:txBody>
      </p:sp>
      <p:sp>
        <p:nvSpPr>
          <p:cNvPr id="19" name="Cell DELETE"/>
          <p:cNvSpPr/>
          <p:nvPr/>
        </p:nvSpPr>
        <p:spPr>
          <a:xfrm>
            <a:off x="5029200" y="3017520"/>
            <a:ext cx="3566160" cy="13716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</p:sp>
      <p:sp>
        <p:nvSpPr>
          <p:cNvPr id="20" name="Cell text DELETE"/>
          <p:cNvSpPr txBox="1"/>
          <p:nvPr/>
        </p:nvSpPr>
        <p:spPr>
          <a:xfrm>
            <a:off x="5303520" y="30175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DELETE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Endless scrolling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Step 3 · BLOCK</a:t>
            </a:r>
            <a:endParaRPr lang="en-US" sz="3400" dirty="0"/>
          </a:p>
        </p:txBody>
      </p:sp>
      <p:sp>
        <p:nvSpPr>
          <p:cNvPr id="3" name="Step 1"/>
          <p:cNvSpPr/>
          <p:nvPr/>
        </p:nvSpPr>
        <p:spPr>
          <a:xfrm>
            <a:off x="6903720" y="457200"/>
            <a:ext cx="457200" cy="4572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4" name="Step 1 number"/>
          <p:cNvSpPr txBox="1"/>
          <p:nvPr/>
        </p:nvSpPr>
        <p:spPr>
          <a:xfrm>
            <a:off x="690372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2"/>
          <p:cNvSpPr/>
          <p:nvPr/>
        </p:nvSpPr>
        <p:spPr>
          <a:xfrm>
            <a:off x="7470648" y="457200"/>
            <a:ext cx="457200" cy="4572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6" name="Step 2 number"/>
          <p:cNvSpPr txBox="1"/>
          <p:nvPr/>
        </p:nvSpPr>
        <p:spPr>
          <a:xfrm>
            <a:off x="7470648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 3"/>
          <p:cNvSpPr/>
          <p:nvPr/>
        </p:nvSpPr>
        <p:spPr>
          <a:xfrm>
            <a:off x="8037576" y="4572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Step 3 number"/>
          <p:cNvSpPr txBox="1"/>
          <p:nvPr/>
        </p:nvSpPr>
        <p:spPr>
          <a:xfrm>
            <a:off x="8037576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 3 message"/>
          <p:cNvSpPr txBox="1"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task without a time is just a wish.</a:t>
            </a:r>
            <a:endParaRPr lang="en-US" sz="3000" dirty="0"/>
          </a:p>
        </p:txBody>
      </p:sp>
      <p:sp>
        <p:nvSpPr>
          <p:cNvPr id="10" name="Focus block 1"/>
          <p:cNvSpPr txBox="1"/>
          <p:nvPr/>
        </p:nvSpPr>
        <p:spPr>
          <a:xfrm>
            <a:off x="640080" y="2514600"/>
            <a:ext cx="1188720" cy="1051560"/>
          </a:xfrm>
          <a:prstGeom prst="rect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FOCUS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25 min</a:t>
            </a:r>
            <a:endParaRPr lang="en-US" sz="1400" dirty="0"/>
          </a:p>
        </p:txBody>
      </p:sp>
      <p:sp>
        <p:nvSpPr>
          <p:cNvPr id="11" name="Break 1"/>
          <p:cNvSpPr txBox="1"/>
          <p:nvPr/>
        </p:nvSpPr>
        <p:spPr>
          <a:xfrm>
            <a:off x="1901952" y="2788920"/>
            <a:ext cx="50292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12" name="Focus block 2"/>
          <p:cNvSpPr txBox="1"/>
          <p:nvPr/>
        </p:nvSpPr>
        <p:spPr>
          <a:xfrm>
            <a:off x="2478024" y="2514600"/>
            <a:ext cx="1188720" cy="1051560"/>
          </a:xfrm>
          <a:prstGeom prst="rect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FOCUS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25 min</a:t>
            </a:r>
            <a:endParaRPr lang="en-US" sz="1400" dirty="0"/>
          </a:p>
        </p:txBody>
      </p:sp>
      <p:sp>
        <p:nvSpPr>
          <p:cNvPr id="13" name="Break 2"/>
          <p:cNvSpPr txBox="1"/>
          <p:nvPr/>
        </p:nvSpPr>
        <p:spPr>
          <a:xfrm>
            <a:off x="3739896" y="2788920"/>
            <a:ext cx="50292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14" name="Focus block 3"/>
          <p:cNvSpPr txBox="1"/>
          <p:nvPr/>
        </p:nvSpPr>
        <p:spPr>
          <a:xfrm>
            <a:off x="4315968" y="2514600"/>
            <a:ext cx="1188720" cy="1051560"/>
          </a:xfrm>
          <a:prstGeom prst="rect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FOCUS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25 min</a:t>
            </a:r>
            <a:endParaRPr lang="en-US" sz="1400" dirty="0"/>
          </a:p>
        </p:txBody>
      </p:sp>
      <p:sp>
        <p:nvSpPr>
          <p:cNvPr id="15" name="Break 3"/>
          <p:cNvSpPr txBox="1"/>
          <p:nvPr/>
        </p:nvSpPr>
        <p:spPr>
          <a:xfrm>
            <a:off x="5577840" y="2788920"/>
            <a:ext cx="50292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Focus block 4"/>
          <p:cNvSpPr txBox="1"/>
          <p:nvPr/>
        </p:nvSpPr>
        <p:spPr>
          <a:xfrm>
            <a:off x="6153912" y="2514600"/>
            <a:ext cx="1188720" cy="1051560"/>
          </a:xfrm>
          <a:prstGeom prst="rect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FOCUS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25 min</a:t>
            </a:r>
            <a:endParaRPr lang="en-US" sz="1400" dirty="0"/>
          </a:p>
        </p:txBody>
      </p:sp>
      <p:sp>
        <p:nvSpPr>
          <p:cNvPr id="17" name="Long break"/>
          <p:cNvSpPr txBox="1"/>
          <p:nvPr/>
        </p:nvSpPr>
        <p:spPr>
          <a:xfrm>
            <a:off x="7415784" y="2514600"/>
            <a:ext cx="1097280" cy="1051560"/>
          </a:xfrm>
          <a:prstGeom prst="rect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1600" dist="25400" dir="5400000">
              <a:srgbClr val="1F1A38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LONG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break</a:t>
            </a:r>
            <a:endParaRPr lang="en-US" sz="1400" dirty="0"/>
          </a:p>
        </p:txBody>
      </p:sp>
      <p:sp>
        <p:nvSpPr>
          <p:cNvPr id="18" name="Phone away circle"/>
          <p:cNvSpPr/>
          <p:nvPr/>
        </p:nvSpPr>
        <p:spPr>
          <a:xfrm>
            <a:off x="640080" y="3931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Phone away" descr="Phone a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" y="4085539"/>
            <a:ext cx="241402" cy="241402"/>
          </a:xfrm>
          <a:prstGeom prst="rect">
            <a:avLst/>
          </a:prstGeom>
        </p:spPr>
      </p:pic>
      <p:sp>
        <p:nvSpPr>
          <p:cNvPr id="20" name="Block caption"/>
          <p:cNvSpPr txBox="1"/>
          <p:nvPr/>
        </p:nvSpPr>
        <p:spPr>
          <a:xfrm>
            <a:off x="1371600" y="38404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Phone away. One task. Timer on.  Drop your “Schedule” tasks from Step 2 into these blocks.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Dump it. Sort it. Block it.</a:t>
            </a:r>
            <a:endParaRPr lang="en-US" sz="3400" dirty="0"/>
          </a:p>
        </p:txBody>
      </p:sp>
      <p:sp>
        <p:nvSpPr>
          <p:cNvPr id="3" name="DUMP circle"/>
          <p:cNvSpPr/>
          <p:nvPr/>
        </p:nvSpPr>
        <p:spPr>
          <a:xfrm>
            <a:off x="1097280" y="1371600"/>
            <a:ext cx="1097280" cy="10972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DUMP icon" descr="DU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1673352"/>
            <a:ext cx="493776" cy="493776"/>
          </a:xfrm>
          <a:prstGeom prst="rect">
            <a:avLst/>
          </a:prstGeom>
        </p:spPr>
      </p:pic>
      <p:sp>
        <p:nvSpPr>
          <p:cNvPr id="5" name="DUMP label"/>
          <p:cNvSpPr txBox="1"/>
          <p:nvPr/>
        </p:nvSpPr>
        <p:spPr>
          <a:xfrm>
            <a:off x="73152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DUMP</a:t>
            </a:r>
            <a:endParaRPr lang="en-US" sz="1800" dirty="0"/>
          </a:p>
        </p:txBody>
      </p:sp>
      <p:sp>
        <p:nvSpPr>
          <p:cNvPr id="6" name="SORT circle"/>
          <p:cNvSpPr/>
          <p:nvPr/>
        </p:nvSpPr>
        <p:spPr>
          <a:xfrm>
            <a:off x="3657600" y="1371600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SORT icon" descr="S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352" y="1673352"/>
            <a:ext cx="493776" cy="493776"/>
          </a:xfrm>
          <a:prstGeom prst="rect">
            <a:avLst/>
          </a:prstGeom>
        </p:spPr>
      </p:pic>
      <p:sp>
        <p:nvSpPr>
          <p:cNvPr id="8" name="SORT label"/>
          <p:cNvSpPr txBox="1"/>
          <p:nvPr/>
        </p:nvSpPr>
        <p:spPr>
          <a:xfrm>
            <a:off x="32918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SORT</a:t>
            </a:r>
            <a:endParaRPr lang="en-US" sz="1800" dirty="0"/>
          </a:p>
        </p:txBody>
      </p:sp>
      <p:sp>
        <p:nvSpPr>
          <p:cNvPr id="9" name="BLOCK circle"/>
          <p:cNvSpPr/>
          <p:nvPr/>
        </p:nvSpPr>
        <p:spPr>
          <a:xfrm>
            <a:off x="6217920" y="137160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BLOCK icon" descr="B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673352"/>
            <a:ext cx="493776" cy="493776"/>
          </a:xfrm>
          <a:prstGeom prst="rect">
            <a:avLst/>
          </a:prstGeom>
        </p:spPr>
      </p:pic>
      <p:sp>
        <p:nvSpPr>
          <p:cNvPr id="11" name="BLOCK label"/>
          <p:cNvSpPr txBox="1"/>
          <p:nvPr/>
        </p:nvSpPr>
        <p:spPr>
          <a:xfrm>
            <a:off x="585216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BLOCK</a:t>
            </a:r>
            <a:endParaRPr lang="en-US" sz="1800" dirty="0"/>
          </a:p>
        </p:txBody>
      </p:sp>
      <p:sp>
        <p:nvSpPr>
          <p:cNvPr id="12" name="Challenge card"/>
          <p:cNvSpPr/>
          <p:nvPr/>
        </p:nvSpPr>
        <p:spPr>
          <a:xfrm>
            <a:off x="731520" y="3291840"/>
            <a:ext cx="7680960" cy="1234440"/>
          </a:xfrm>
          <a:prstGeom prst="roundRect">
            <a:avLst>
              <a:gd name="adj" fmla="val 1481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hallenge"/>
          <p:cNvSpPr txBox="1"/>
          <p:nvPr/>
        </p:nvSpPr>
        <p:spPr>
          <a:xfrm>
            <a:off x="1005840" y="3291840"/>
            <a:ext cx="7132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TONIGHT'S CHALLENGE</a:t>
            </a:r>
            <a:endParaRPr lang="en-US" sz="13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5-minute dump  →  pick your top 3  →  block time for the first one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Questions?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632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Thank you for listening!</a:t>
            </a:r>
            <a:endParaRPr lang="en-US" sz="2000" dirty="0"/>
          </a:p>
        </p:txBody>
      </p:sp>
      <p:sp>
        <p:nvSpPr>
          <p:cNvPr id="4" name="Smile circle"/>
          <p:cNvSpPr/>
          <p:nvPr/>
        </p:nvSpPr>
        <p:spPr>
          <a:xfrm>
            <a:off x="6583680" y="1097280"/>
            <a:ext cx="1737360" cy="1737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Smile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0141" y="1583741"/>
            <a:ext cx="764438" cy="764438"/>
          </a:xfrm>
          <a:prstGeom prst="rect">
            <a:avLst/>
          </a:prstGeom>
        </p:spPr>
      </p:pic>
      <p:sp>
        <p:nvSpPr>
          <p:cNvPr id="6" name="Bolt circle"/>
          <p:cNvSpPr/>
          <p:nvPr/>
        </p:nvSpPr>
        <p:spPr>
          <a:xfrm>
            <a:off x="5943600" y="292608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Bolt" descr="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318211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adline Survival">
  <a:themeElements>
    <a:clrScheme name="Deadline Survival">
      <a:dk1>
        <a:srgbClr val="1F1A38"/>
      </a:dk1>
      <a:lt1>
        <a:srgbClr val="FFFFFF"/>
      </a:lt1>
      <a:dk2>
        <a:srgbClr val="2E2650"/>
      </a:dk2>
      <a:lt2>
        <a:srgbClr val="F4F1FA"/>
      </a:lt2>
      <a:accent1>
        <a:srgbClr val="EF4B52"/>
      </a:accent1>
      <a:accent2>
        <a:srgbClr val="FFC857"/>
      </a:accent2>
      <a:accent3>
        <a:srgbClr val="2EC4A6"/>
      </a:accent3>
      <a:accent4>
        <a:srgbClr val="7C5CFF"/>
      </a:accent4>
      <a:accent5>
        <a:srgbClr val="FF8FA3"/>
      </a:accent5>
      <a:accent6>
        <a:srgbClr val="4DB6FF"/>
      </a:accent6>
      <a:hlink>
        <a:srgbClr val="7C5CFF"/>
      </a:hlink>
      <a:folHlink>
        <a:srgbClr val="2E2650"/>
      </a:folHlink>
    </a:clrScheme>
    <a:fontScheme name="Deadline Surviv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Deadline Survival Guide</dc:title>
  <dc:subject>PptxGenJS Presentation</dc:subject>
  <dc:creator>Student</dc:creator>
  <cp:lastModifiedBy>Student</cp:lastModifiedBy>
  <cp:revision>1</cp:revision>
  <dcterms:created xsi:type="dcterms:W3CDTF">2026-10-05T07:53:19Z</dcterms:created>
  <dcterms:modified xsi:type="dcterms:W3CDTF">2026-10-05T07:53:19Z</dcterms:modified>
</cp:coreProperties>
</file>